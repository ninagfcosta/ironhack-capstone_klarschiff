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PROPOSAL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Customs &amp; Shipping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Check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86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pilot for the logistics team — proposal, delivery plan, and investment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Janaina Hoffmann  •  For I&amp;E LLC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snapshot — I&amp;E LLC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I&amp;E LLC is a mid-sized import-export company in the construction materials sector, shipping internationally and coordinating regularly with customs brokers and carriers.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035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materials —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export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3035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474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international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routes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3035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474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brokers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carriers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0" y="3035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4747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compliance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part of routine work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below comes directly from a colleague working in this sector — not a generic industry pitch.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documents are checked by hand, and small mistakes cause real delays and extra cost.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shipment can sit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document is wrong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33832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~EUR 1,500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of a single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event, based on team input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33832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team says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kind of issue comes up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root cause to business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64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hand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075688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reviews documents manually — no systematic check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2171700"/>
            <a:ext cx="320040" cy="1216152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907792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2980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pre-validation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3291840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flags a mismatch before the shipment leaves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3387852"/>
            <a:ext cx="320040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4123944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" y="4197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197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07992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packing list and product data live in separate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3429000" y="3387852"/>
            <a:ext cx="320040" cy="1216152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94760" y="2194560"/>
            <a:ext cx="46177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069080" y="23957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269748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checks catch mismatches too late — after the shipment is already moving.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823960" y="169164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7DED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33688" y="1764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1764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hold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33688" y="2075688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can sit 2+ days at the border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8458200" y="2171700"/>
            <a:ext cx="320040" cy="1216152"/>
          </a:xfrm>
          <a:prstGeom prst="line">
            <a:avLst/>
          </a:prstGeom>
          <a:noFill/>
          <a:ln w="28575">
            <a:solidFill>
              <a:srgbClr val="C445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23960" y="2907792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7DED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33688" y="2980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933688" y="3291840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1,500 per delay event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58200" y="3387852"/>
            <a:ext cx="320040" cy="0"/>
          </a:xfrm>
          <a:prstGeom prst="line">
            <a:avLst/>
          </a:prstGeom>
          <a:noFill/>
          <a:ln w="28575">
            <a:solidFill>
              <a:srgbClr val="C4453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23960" y="4123944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7DED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33688" y="4197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4197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firefighting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933688" y="4507992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weekly, pulling focus from other work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58200" y="3387852"/>
            <a:ext cx="320040" cy="1216152"/>
          </a:xfrm>
          <a:prstGeom prst="line">
            <a:avLst/>
          </a:prstGeom>
          <a:noFill/>
          <a:ln w="28575">
            <a:solidFill>
              <a:srgbClr val="C4453A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0292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process gaps combine into one costly, recurring problem.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process works right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311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0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51176" y="2788920"/>
            <a:ext cx="246888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1031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2311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670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45736" y="2788920"/>
            <a:ext cx="246888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21031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7DE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2311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670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late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0296" y="2788920"/>
            <a:ext cx="246888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21031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7DED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22311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670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delay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34856" y="2788920"/>
            <a:ext cx="246888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21031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7DE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22311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670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34640" y="3703320"/>
            <a:ext cx="8138160" cy="0"/>
          </a:xfrm>
          <a:prstGeom prst="line">
            <a:avLst/>
          </a:prstGeom>
          <a:noFill/>
          <a:ln w="22225">
            <a:solidFill>
              <a:srgbClr val="C4453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834640" y="3703320"/>
            <a:ext cx="0" cy="137160"/>
          </a:xfrm>
          <a:prstGeom prst="line">
            <a:avLst/>
          </a:prstGeom>
          <a:noFill/>
          <a:ln w="22225">
            <a:solidFill>
              <a:srgbClr val="C445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3703320"/>
            <a:ext cx="0" cy="137160"/>
          </a:xfrm>
          <a:prstGeom prst="line">
            <a:avLst/>
          </a:prstGeom>
          <a:noFill/>
          <a:ln w="22225">
            <a:solidFill>
              <a:srgbClr val="C445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3813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 — no one checks again until the shipment is already at the border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 check before the shipment goes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37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67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5973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invoice,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list,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249174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340156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DCF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" y="34564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" y="3657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confirms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9192" y="17830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88920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1837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70632" y="2167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2770632" y="245973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mismatched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&amp; codes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49174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79192" y="340156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DCF0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52344" y="34564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752344" y="3657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resolves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17830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65192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72784" y="1837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946904" y="2167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946904" y="245973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HS code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tariff source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93992" y="249174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55464" y="340156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DCF0E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928616" y="34564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928616" y="3657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approves the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31736" y="17830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41464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49056" y="1837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123176" y="2167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123176" y="245973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review pack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broker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70264" y="249174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31736" y="340156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DCF0E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04888" y="34564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104888" y="3657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files or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08008" y="17830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17736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625328" y="1837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299448" y="2167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9299448" y="245973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route 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changes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208008" y="340156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DCF0E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281160" y="34564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281160" y="3657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decides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and approves every step — the tool prepares, it never decides.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WOULD BUILD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92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40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intake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5603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invoice &amp; packing list files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1448" y="240030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321868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218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OCR parsing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79192" y="17830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9192" y="1892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240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5603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product, quantity &amp; value fields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240030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79192" y="321868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79192" y="3218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55464" y="17830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55464" y="1892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946904" y="2240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lookup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65192" y="25603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tariff docs for matching HS codes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93992" y="240030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55464" y="321868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55464" y="3218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(RAG)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31736" y="17830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31736" y="1892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23176" y="2240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25603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 step, triggers &amp; alerts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70264" y="2400300"/>
            <a:ext cx="219456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31736" y="321868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31736" y="3218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08008" y="17830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08008" y="1892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99448" y="2240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dashboard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317736" y="25603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sees flags and approves results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208008" y="321868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08008" y="3218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proven stack: workflow automation, a language model for reading documents, and semantic search for matching tariff codes.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4526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only prepares information. No step here files anything with customs — that stays with the team, as shown earlier.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controls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review, always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5915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and every recommendation stays subject to review by a qualified team member before anything is sent.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938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sources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35915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suggestion shows where it came from and when that source was last updated, so a reviewer can check it fast.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04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get flagged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2511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incomplete cases are routed to a person instead of being guessed 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3904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stays with the team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32511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(or its broker) keeps legal responsibility for declarations and filings — the tool never files on its own.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— where this fits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Act sorts AI tools into four risk levels: unacceptable, high, limited, and minimal risk.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8A2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C445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B886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tool)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2286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2F9E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3252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Border-control AI in the "high-risk" tier means tools that decide about people crossing borders (visas, asylum). Our tool only checks goods paperwork and always leaves the decision to a person — that keeps it out of the high-risk tier.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still do, as good practice: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919472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team clearly when a suggestion came from the AI tool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303520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5230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record of what the tool suggested and what the person decided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687568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61441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reviewer in the loop for every case, with no exceptions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— personal data in shipping documents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packing lists often include personal data — names, addresses, sometimes a phone number or an ID number tied to a person. GDPR applies to that data, even though this is a logistics tool, not a marketing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449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AI vendor that touches this data needs a signed agreement about how it is used and protected.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25146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what's needed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0449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reads shipping fields required for the check — not extra personal data it doesn't need.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limits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365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logs are kept only as long as the business or legal reason requires, then deleted.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4206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People's rights still apply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7365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asks what data is held about them, the team must be able to answer — so records need to stay organized.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small, on purpose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8288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 only — for example, United States to Germany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00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family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67004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construction-material product family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112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511296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 100 historical shipment line items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525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35254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tariff sources, with links kept for every review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93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5193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filing stays fully manual during the pilot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 to 3-month pilot, run in Scrum sprints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logistics team lead   •   Scrum Master: Janaina   •   Delivery team: AI implementation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 •  Month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262432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53512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route, documents,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baseline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194560"/>
            <a:ext cx="192024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97480" y="19659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 •  Month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251460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07208" y="262432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2953512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product data and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first prototype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2194560"/>
            <a:ext cx="192024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92040" y="19659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•  Month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51460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01768" y="262432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2953512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real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shipments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76288" y="2194560"/>
            <a:ext cx="192024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86600" y="19659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 •  Month 2-3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600" y="251460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96328" y="262432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2953512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 with the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human-reviewed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70848" y="2194560"/>
            <a:ext cx="192024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81160" y="19659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811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 •  Month 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81160" y="251460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90888" y="262432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90888" y="2953512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results, gaps,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next steps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206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ends with a short review and a retrospective — so the plan adjusts if something doesn't work.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-64008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20040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76072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04088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601200" y="4507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800600"/>
            <a:ext cx="102412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502920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94944" y="5024628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920240" y="5285232"/>
            <a:ext cx="2560320" cy="182880"/>
          </a:xfrm>
          <a:prstGeom prst="roundRect">
            <a:avLst>
              <a:gd name="adj" fmla="val 15000"/>
            </a:avLst>
          </a:prstGeom>
          <a:solidFill>
            <a:srgbClr val="3B4E9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975104" y="528066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80560" y="5541264"/>
            <a:ext cx="2560320" cy="182880"/>
          </a:xfrm>
          <a:prstGeom prst="roundRect">
            <a:avLst>
              <a:gd name="adj" fmla="val 15000"/>
            </a:avLst>
          </a:prstGeom>
          <a:solidFill>
            <a:srgbClr val="5E77C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35424" y="553669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40880" y="5797296"/>
            <a:ext cx="2560320" cy="18288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095744" y="579272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601200" y="6053328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2F9E63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56064" y="6048756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it worked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calculated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945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shipment, before vs. during pilot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194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10881360" cy="566928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614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completeness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614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accepted without follow-up for missing data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7614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 baseline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accuracy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3284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flags ÷ all flags generated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3284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each round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95344"/>
            <a:ext cx="10881360" cy="566928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8953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agreement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953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matching approved past decisions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8953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category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462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exposure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4622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or holds linked to document errors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44622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avoidable cost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options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1945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10,000 – 15,000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945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route, one product family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10881360" cy="603504"/>
          </a:xfrm>
          <a:prstGeom prst="rect">
            <a:avLst/>
          </a:prstGeom>
          <a:solidFill>
            <a:srgbClr val="F4E9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98064"/>
            <a:ext cx="411480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subscription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7980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2,000 – 5,000 / month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27980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validation &amp; monitoring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01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implementation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015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25,000 – 60,000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401568"/>
            <a:ext cx="374904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countries, more products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05072"/>
            <a:ext cx="10881360" cy="603504"/>
          </a:xfrm>
          <a:prstGeom prst="rect">
            <a:avLst/>
          </a:prstGeom>
          <a:solidFill>
            <a:srgbClr val="F4E9D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050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customs integration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0050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after pilot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005072"/>
            <a:ext cx="3749040" cy="603504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existing systems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pricing depends on shipment volume, product complexity, and how many systems we connect to.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monthly value, once running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2,400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staff hours saved per month,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EUR 40/hour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3,000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60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avoided delay events,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about EUR 1,500 each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1,000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560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correction 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fees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931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illustrative value: about EUR 6,400 per month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illustrative. Every assumption should be replaced with the team's real records before this is used as a business case.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DOING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on purpose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92808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783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filing customs paperwork automatically — a person still sends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70048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60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replacing the broker relationship or the team's judgment.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447288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covering every route or product on day one — we start with one route to test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224528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going live with real filings before the 8-week pilot review.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0749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scope small means we can prove real time savings before spending more on it.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discovery session to start Sprint 0.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team: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136392"/>
            <a:ext cx="128016" cy="1280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samples: invoices, packing lists, product descriptions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3593592"/>
            <a:ext cx="128016" cy="1280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HS codes and past broker corrections, if available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4050792"/>
            <a:ext cx="128016" cy="1280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processing time and delay costs from recent shipments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63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that, we can confirm the fixed pilot scope and start Sprint 0 next week.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Shipping Document Check  • 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2026-09-04T10:08:52Z</dcterms:created>
  <dcterms:modified xsi:type="dcterms:W3CDTF">2026-09-04T10:08:52Z</dcterms:modified>
</cp:coreProperties>
</file>